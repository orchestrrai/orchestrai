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</a:t>
            </a:r>
            <a:pPr indent="0" marL="0">
              <a:buNone/>
            </a:pPr>
            <a:r>
              <a:rPr lang="en-US" sz="1200" b="1" spc="200" kern="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PROGRESS REPORT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98755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OrchestrAI, since</a:t>
            </a:r>
            <a:endParaRPr lang="en-US" sz="44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demo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3794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multi-agent DevOps orchestration prototype — deterministic by default, with three agents now optionally reasoning through a real LLM.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4892040"/>
            <a:ext cx="10881360" cy="0"/>
          </a:xfrm>
          <a:prstGeom prst="line">
            <a:avLst/>
          </a:prstGeom>
          <a:noFill/>
          <a:ln w="12700">
            <a:solidFill>
              <a:srgbClr val="2126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51206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  </a:t>
            </a:r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853b583</a:t>
            </a:r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docs(028): approve LangGraph adaptive supervisor spec  ·  2026-09-01
</a:t>
            </a:r>
            <a:pPr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       </a:t>
            </a:r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aa519a6</a:t>
            </a:r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HEAD  ·  2026-09-02  ·  27 commits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OrchestrAI · Progress Report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</a:t>
            </a:r>
            <a:pPr indent="0" marL="0">
              <a:buNone/>
            </a:pPr>
            <a:r>
              <a:rPr lang="en-US" sz="1200" b="1" spc="200" kern="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BY THE NUMBERS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grew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542032" cy="1737360"/>
          </a:xfrm>
          <a:prstGeom prst="roundRect">
            <a:avLst>
              <a:gd name="adj" fmla="val 4211"/>
            </a:avLst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240280"/>
            <a:ext cx="217627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000" strike="sngStrike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</a:t>
            </a:r>
            <a:pPr indent="0" marL="0">
              <a:buNone/>
            </a:pPr>
            <a:r>
              <a:rPr lang="en-US" sz="160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21762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GOVERNED SPECS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64992" y="1920240"/>
            <a:ext cx="2542032" cy="1737360"/>
          </a:xfrm>
          <a:prstGeom prst="roundRect">
            <a:avLst>
              <a:gd name="adj" fmla="val 4211"/>
            </a:avLst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47872" y="2240280"/>
            <a:ext cx="217627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000" strike="sngStrike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310</a:t>
            </a:r>
            <a:pPr indent="0" marL="0">
              <a:buNone/>
            </a:pPr>
            <a:r>
              <a:rPr lang="en-US" sz="160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480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547872" y="3063240"/>
            <a:ext cx="21762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PASSING TESTS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89904" y="1920240"/>
            <a:ext cx="2542032" cy="1737360"/>
          </a:xfrm>
          <a:prstGeom prst="roundRect">
            <a:avLst>
              <a:gd name="adj" fmla="val 4211"/>
            </a:avLst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72784" y="2240280"/>
            <a:ext cx="217627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272784" y="3063240"/>
            <a:ext cx="21762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LLM HARNESSES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814816" y="1920240"/>
            <a:ext cx="2542032" cy="1737360"/>
          </a:xfrm>
          <a:prstGeom prst="roundRect">
            <a:avLst>
              <a:gd name="adj" fmla="val 4211"/>
            </a:avLst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97696" y="2240280"/>
            <a:ext cx="217627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0.1.16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8997696" y="3063240"/>
            <a:ext cx="21762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LATEST NPM RELEASE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" y="41148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number here is sourced directly from git and this repo's own governed spec catalog — none estimated. See the last slide for exactly how.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OrchestrAI · Progress Report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</a:t>
            </a:r>
            <a:pPr indent="0" marL="0">
              <a:buNone/>
            </a:pPr>
            <a:r>
              <a:rPr lang="en-US" sz="1200" b="1" spc="200" kern="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WHAT SHIPPED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Four headline additions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1005840"/>
          </a:xfrm>
          <a:prstGeom prst="roundRect">
            <a:avLst>
              <a:gd name="adj" fmla="val 5455"/>
            </a:avLst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83080"/>
            <a:ext cx="54864" cy="1005840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9280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specs/028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14400" y="21488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Adaptive Supervisor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520440" y="1911096"/>
            <a:ext cx="7635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Orchestrator now decides plan steps one at a time, from what earlier steps actually returned — not one static plan walked in order. The approval gate stays entirely outside the model's reach, structurally. Live-proven with a real Gemini deployment.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9921240" y="1874520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0F2114"/>
          </a:solidFill>
          <a:ln w="9525">
            <a:solidFill>
              <a:srgbClr val="3FB9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921240" y="1874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40080" y="2862072"/>
            <a:ext cx="10881360" cy="1005840"/>
          </a:xfrm>
          <a:prstGeom prst="roundRect">
            <a:avLst>
              <a:gd name="adj" fmla="val 5455"/>
            </a:avLst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862072"/>
            <a:ext cx="54864" cy="1005840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9718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specs/039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14400" y="322783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Per-component LLM config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520440" y="2990088"/>
            <a:ext cx="7635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agent resolves its own provider/model/key independently, falling back to one shared setting only when it hasn't opted out. The prerequisite every harness below depends on.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921240" y="2953512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0F2114"/>
          </a:solidFill>
          <a:ln w="9525">
            <a:solidFill>
              <a:srgbClr val="3FB9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21240" y="295351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VERIFIED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0080" y="3941064"/>
            <a:ext cx="10881360" cy="1005840"/>
          </a:xfrm>
          <a:prstGeom prst="roundRect">
            <a:avLst>
              <a:gd name="adj" fmla="val 5455"/>
            </a:avLst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3941064"/>
            <a:ext cx="54864" cy="1005840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05079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specs/040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14400" y="4306824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Approval preview content &amp; diffs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520440" y="4069080"/>
            <a:ext cx="7635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Approvals now show the exact content — or a real line diff on overwrite — computed once and reused verbatim at write time. The safety precondition the harnesses below needed before they could ship.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921240" y="4032504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0F2114"/>
          </a:solidFill>
          <a:ln w="9525">
            <a:solidFill>
              <a:srgbClr val="3FB9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921240" y="403250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VERIFIED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0080" y="5020056"/>
            <a:ext cx="10881360" cy="1005840"/>
          </a:xfrm>
          <a:prstGeom prst="roundRect">
            <a:avLst>
              <a:gd name="adj" fmla="val 5455"/>
            </a:avLst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5020056"/>
            <a:ext cx="54864" cy="1005840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5129784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specs/041 · 042 · 043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14400" y="5385816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Three opt-in LLM harnesses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3520440" y="5148072"/>
            <a:ext cx="7635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Documentation, DevOps, and Security can each optionally reason with a real LLM — off by default, one env var per agent. Each has a genuinely different safety shape (next slide).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9921240" y="5111496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0F2114"/>
          </a:solidFill>
          <a:ln w="9525">
            <a:solidFill>
              <a:srgbClr val="3FB9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921240" y="511149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VERIFIED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OrchestrAI · Progress Report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</a:t>
            </a:r>
            <a:pPr indent="0" marL="0">
              <a:buNone/>
            </a:pPr>
            <a:r>
              <a:rPr lang="en-US" sz="1200" b="1" spc="200" kern="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WHAT SHIPPED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Also in this window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1005840"/>
          </a:xfrm>
          <a:prstGeom prst="roundRect">
            <a:avLst>
              <a:gd name="adj" fmla="val 5455"/>
            </a:avLst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83080"/>
            <a:ext cx="54864" cy="100584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9280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specs/037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14400" y="21488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TUI approval preview card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520440" y="1911096"/>
            <a:ext cx="7635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Brought the terminal client's Detail view up to the same structured rendering both browser dashboards already had.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9784080" y="1874520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0F2114"/>
          </a:solidFill>
          <a:ln w="9525">
            <a:solidFill>
              <a:srgbClr val="3FB9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0" y="1874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40080" y="2862072"/>
            <a:ext cx="10881360" cy="1005840"/>
          </a:xfrm>
          <a:prstGeom prst="roundRect">
            <a:avLst>
              <a:gd name="adj" fmla="val 5455"/>
            </a:avLst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862072"/>
            <a:ext cx="54864" cy="100584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9718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016 · 031 · 034 · 035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14400" y="322783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Verification cleanup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520440" y="2990088"/>
            <a:ext cx="7635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 four already-implemented specs from partial to fully verified with real live tests — no new capability, real open risk closed.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784080" y="2953512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0F2114"/>
          </a:solidFill>
          <a:ln w="9525">
            <a:solidFill>
              <a:srgbClr val="3FB9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84080" y="295351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VERIFIED ×4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0080" y="3941064"/>
            <a:ext cx="10881360" cy="1005840"/>
          </a:xfrm>
          <a:prstGeom prst="roundRect">
            <a:avLst>
              <a:gd name="adj" fmla="val 5455"/>
            </a:avLst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3941064"/>
            <a:ext cx="54864" cy="100584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05079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specs/038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14400" y="4306824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Supervisor as default planner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520440" y="4069080"/>
            <a:ext cx="7635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Proposes making the adaptive supervisor (028) the default path instead of opt-in. Written, rescoped once already.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784080" y="4032504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1C2129"/>
          </a:solidFill>
          <a:ln w="9525">
            <a:solidFill>
              <a:srgbClr val="8B949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784080" y="403250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DRAFT — OPEN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0080" y="5020056"/>
            <a:ext cx="10881360" cy="1005840"/>
          </a:xfrm>
          <a:prstGeom prst="roundRect">
            <a:avLst>
              <a:gd name="adj" fmla="val 5455"/>
            </a:avLst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5020056"/>
            <a:ext cx="54864" cy="100584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5129784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release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14400" y="5385816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Published to npm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3520440" y="5148072"/>
            <a:ext cx="7635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Everything above is now live behind npx orchestrai — confirmed with a genuinely fresh install running the real binary.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9784080" y="5111496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1F3A5C"/>
          </a:solidFill>
          <a:ln w="9525">
            <a:solidFill>
              <a:srgbClr val="58A6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784080" y="511149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0.1.16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OrchestrAI · Progress Report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</a:t>
            </a:r>
            <a:pPr indent="0" marL="0">
              <a:buNone/>
            </a:pPr>
            <a:r>
              <a:rPr lang="en-US" sz="1200" b="1" spc="200" kern="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Three harnesses, three different shapes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same “opt-in LLM” idea, deliberately scoped differently per agent's actual stakes — never copy-pasted.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3538728" cy="4206240"/>
          </a:xfrm>
          <a:prstGeom prst="roundRect">
            <a:avLst>
              <a:gd name="adj" fmla="val 2067"/>
            </a:avLst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240280"/>
            <a:ext cx="3081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DOCUMENTATION · 041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68680" y="2560320"/>
            <a:ext cx="30815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Authors content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8680" y="3154680"/>
            <a:ext cx="308152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Writes README / API-doc prose directly. Lowest stakes — output is read, not executed, and a bad result is just rejected, same as today.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68680" y="4892040"/>
            <a:ext cx="3081528" cy="0"/>
          </a:xfrm>
          <a:prstGeom prst="line">
            <a:avLst/>
          </a:prstGeom>
          <a:noFill/>
          <a:ln w="12700">
            <a:solidFill>
              <a:srgbClr val="2126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5029200"/>
            <a:ext cx="30815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FAILURE MODE  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68680" y="5257800"/>
            <a:ext cx="30815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Fails closed. Never a silent fallback to the mechanical template.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15968" y="2011680"/>
            <a:ext cx="3538728" cy="4206240"/>
          </a:xfrm>
          <a:prstGeom prst="roundRect">
            <a:avLst>
              <a:gd name="adj" fmla="val 2067"/>
            </a:avLst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44568" y="2240280"/>
            <a:ext cx="3081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DEVOPS · 042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44568" y="2560320"/>
            <a:ext cx="30815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Picks parameters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544568" y="3154680"/>
            <a:ext cx="308152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Decides parameters fed into existing, unmodified templates — never authors Dockerfile / CI-YAML itself. Output is executed, one stakes-level up.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44568" y="4892040"/>
            <a:ext cx="3081528" cy="0"/>
          </a:xfrm>
          <a:prstGeom prst="line">
            <a:avLst/>
          </a:prstGeom>
          <a:noFill/>
          <a:ln w="12700">
            <a:solidFill>
              <a:srgbClr val="2126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44568" y="5029200"/>
            <a:ext cx="30815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FAILURE MODE  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44568" y="5257800"/>
            <a:ext cx="30815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Fails closed. Same precedent, restated deliberately.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991856" y="2011680"/>
            <a:ext cx="3538728" cy="4206240"/>
          </a:xfrm>
          <a:prstGeom prst="roundRect">
            <a:avLst>
              <a:gd name="adj" fmla="val 2067"/>
            </a:avLst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0456" y="2240280"/>
            <a:ext cx="3081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 · 043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220456" y="2560320"/>
            <a:ext cx="30815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Adds commentary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8220456" y="3154680"/>
            <a:ext cx="308152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write path, no approval gate at all — so the model may only append additive commentary. Structurally unable to remove or downgrade a finding.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220456" y="4892040"/>
            <a:ext cx="3081528" cy="0"/>
          </a:xfrm>
          <a:prstGeom prst="line">
            <a:avLst/>
          </a:prstGeom>
          <a:noFill/>
          <a:ln w="12700">
            <a:solidFill>
              <a:srgbClr val="21262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0456" y="5029200"/>
            <a:ext cx="30815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FAILURE MODE  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220456" y="5257800"/>
            <a:ext cx="30815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Stays completed with findings intact. A reasoned departure, not a copy.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OrchestrAI · Progress Report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</a:t>
            </a:r>
            <a:pPr indent="0" marL="0">
              <a:buNone/>
            </a:pPr>
            <a:r>
              <a:rPr lang="en-US" sz="1200" b="1" spc="200" kern="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system today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Five agents behind one orchestrator. Amber marks where an opt-in LLM harness now lives.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727448" y="196596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1F3A5C"/>
          </a:solidFill>
          <a:ln w="15875">
            <a:solidFill>
              <a:srgbClr val="58A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27448" y="196596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ORCHESTRATOR</a:t>
            </a:r>
            <a:pPr algn="ctr" indent="0" marL="0">
              <a:lnSpc>
                <a:spcPts val="1500"/>
              </a:lnSpc>
              <a:buNone/>
            </a:pPr>
            <a:endParaRPr lang="en-US" sz="13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:3000 · routes · approves · streams AG-UI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798168" y="2743200"/>
            <a:ext cx="0" cy="685800"/>
          </a:xfrm>
          <a:prstGeom prst="line">
            <a:avLst/>
          </a:prstGeom>
          <a:noFill/>
          <a:ln w="12700">
            <a:solidFill>
              <a:srgbClr val="21262D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815188" y="342900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161B22"/>
          </a:solidFill>
          <a:ln w="15875">
            <a:solidFill>
              <a:srgbClr val="D299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2348" y="356616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:3001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06628" y="386791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planning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98068" y="4297680"/>
            <a:ext cx="1600200" cy="320040"/>
          </a:xfrm>
          <a:prstGeom prst="roundRect">
            <a:avLst>
              <a:gd name="adj" fmla="val 48571"/>
            </a:avLst>
          </a:prstGeom>
          <a:solidFill>
            <a:srgbClr val="3A2E12"/>
          </a:solidFill>
          <a:ln w="9525">
            <a:solidFill>
              <a:srgbClr val="D299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98068" y="429768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 harness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947008" y="2743200"/>
            <a:ext cx="0" cy="685800"/>
          </a:xfrm>
          <a:prstGeom prst="line">
            <a:avLst/>
          </a:prstGeom>
          <a:noFill/>
          <a:ln w="12700">
            <a:solidFill>
              <a:srgbClr val="21262D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2964028" y="342900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161B22"/>
          </a:solidFill>
          <a:ln w="15875">
            <a:solidFill>
              <a:srgbClr val="D299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01188" y="356616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:3002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055468" y="386791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devops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146908" y="4297680"/>
            <a:ext cx="1600200" cy="320040"/>
          </a:xfrm>
          <a:prstGeom prst="roundRect">
            <a:avLst>
              <a:gd name="adj" fmla="val 48571"/>
            </a:avLst>
          </a:prstGeom>
          <a:solidFill>
            <a:srgbClr val="3A2E12"/>
          </a:solidFill>
          <a:ln w="9525">
            <a:solidFill>
              <a:srgbClr val="D299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46908" y="429768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 harness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095848" y="2743200"/>
            <a:ext cx="0" cy="685800"/>
          </a:xfrm>
          <a:prstGeom prst="line">
            <a:avLst/>
          </a:prstGeom>
          <a:noFill/>
          <a:ln w="12700">
            <a:solidFill>
              <a:srgbClr val="21262D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5112868" y="342900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50028" y="356616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:3003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204308" y="386791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testing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295748" y="4297680"/>
            <a:ext cx="1600200" cy="320040"/>
          </a:xfrm>
          <a:prstGeom prst="roundRect">
            <a:avLst>
              <a:gd name="adj" fmla="val 48571"/>
            </a:avLst>
          </a:prstGeom>
          <a:solidFill>
            <a:srgbClr val="1C2129"/>
          </a:solidFill>
          <a:ln w="9525">
            <a:solidFill>
              <a:srgbClr val="6E76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95748" y="429768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deterministic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8244688" y="2743200"/>
            <a:ext cx="0" cy="685800"/>
          </a:xfrm>
          <a:prstGeom prst="line">
            <a:avLst/>
          </a:prstGeom>
          <a:noFill/>
          <a:ln w="12700">
            <a:solidFill>
              <a:srgbClr val="21262D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7261708" y="342900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161B22"/>
          </a:solidFill>
          <a:ln w="15875">
            <a:solidFill>
              <a:srgbClr val="D2992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98868" y="356616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:3004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353148" y="386791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documentation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444588" y="4297680"/>
            <a:ext cx="1600200" cy="320040"/>
          </a:xfrm>
          <a:prstGeom prst="roundRect">
            <a:avLst>
              <a:gd name="adj" fmla="val 48571"/>
            </a:avLst>
          </a:prstGeom>
          <a:solidFill>
            <a:srgbClr val="3A2E12"/>
          </a:solidFill>
          <a:ln w="9525">
            <a:solidFill>
              <a:srgbClr val="D2992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44588" y="429768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 harness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10393528" y="2743200"/>
            <a:ext cx="0" cy="685800"/>
          </a:xfrm>
          <a:prstGeom prst="line">
            <a:avLst/>
          </a:prstGeom>
          <a:noFill/>
          <a:ln w="12700">
            <a:solidFill>
              <a:srgbClr val="21262D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9410548" y="342900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161B22"/>
          </a:solidFill>
          <a:ln w="15875">
            <a:solidFill>
              <a:srgbClr val="D2992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547708" y="356616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:3005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501988" y="386791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9593428" y="4297680"/>
            <a:ext cx="1600200" cy="320040"/>
          </a:xfrm>
          <a:prstGeom prst="roundRect">
            <a:avLst>
              <a:gd name="adj" fmla="val 48571"/>
            </a:avLst>
          </a:prstGeom>
          <a:solidFill>
            <a:srgbClr val="3A2E12"/>
          </a:solidFill>
          <a:ln w="9525">
            <a:solidFill>
              <a:srgbClr val="D2992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593428" y="429768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 harness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OrchestrAI · Progress Report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</a:t>
            </a:r>
            <a:pPr indent="0" marL="0">
              <a:buNone/>
            </a:pPr>
            <a:r>
              <a:rPr lang="en-US" sz="1200" b="1" spc="200" kern="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· NEXT ACTION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What's next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order of what's actually blocking on a decision versus what's simply next in line.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10881360" cy="960120"/>
          </a:xfrm>
          <a:prstGeom prst="roundRect">
            <a:avLst>
              <a:gd name="adj" fmla="val 5714"/>
            </a:avLst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965960"/>
            <a:ext cx="54864" cy="960120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05740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54480" y="2093976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Decide specs/038</a:t>
            </a:r>
            <a:pPr indent="0" marL="0">
              <a:buNone/>
            </a:pPr>
            <a:r>
              <a:rPr lang="en-US" sz="950" b="1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BLOCKED ON YOU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554480" y="2404872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Make the adaptive supervisor the default planner, or keep it opt-in. Everything else is unblocked; this one is waiting on a call, not more building.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3017520"/>
            <a:ext cx="10881360" cy="960120"/>
          </a:xfrm>
          <a:prstGeom prst="roundRect">
            <a:avLst>
              <a:gd name="adj" fmla="val 5714"/>
            </a:avLst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3017520"/>
            <a:ext cx="54864" cy="96012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10896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554480" y="3145536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Confirm the rotated NPM_TOKEN survives an unattended run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554480" y="3456432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Automation-token fix worked manually this session; not yet re-proven by a tag push with nobody watching.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4069080"/>
            <a:ext cx="10881360" cy="960120"/>
          </a:xfrm>
          <a:prstGeom prst="roundRect">
            <a:avLst>
              <a:gd name="adj" fmla="val 5714"/>
            </a:avLst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4069080"/>
            <a:ext cx="54864" cy="96012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16052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554480" y="4197096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the three new harnesses against a real project of yours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554480" y="4507992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scenario so far used disposable scratch projects. Your own project is the next real test.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5120640"/>
            <a:ext cx="10881360" cy="960120"/>
          </a:xfrm>
          <a:prstGeom prst="roundRect">
            <a:avLst>
              <a:gd name="adj" fmla="val 5714"/>
            </a:avLst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5120640"/>
            <a:ext cx="54864" cy="96012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521208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554480" y="5248656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Team-recorded next step: LLM-based routing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1554480" y="5559552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one open item CLAUDE.md's own roadmap still lists — a supplement to, never a replacement for, the deterministic approval gate.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OrchestrAI · Progress Report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188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</a:t>
            </a:r>
            <a:pPr indent="0" marL="0">
              <a:buNone/>
            </a:pPr>
            <a:r>
              <a:rPr lang="en-US" sz="1200" b="1" spc="200" kern="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THIS WAS COMPILED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Nothing here is estimated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figure and claim traces to git history or this repo's own governed records.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2697480"/>
            <a:ext cx="10881360" cy="137160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88036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log --reverse --oneline 853b583..HEAD
</a:t>
            </a:r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show 853b583:specs/catalog.json &gt; before.json &amp;&amp; diff before.json specs/catalog.json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44348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context/worklog.md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749040" y="4434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Dated entry per unit of work — objective, files, verification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" y="500176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specs/&lt;NNN&gt;/spec.md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749040" y="500176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spec's own “Verification Results” section with live evidence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" y="5568696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specs/catalog.json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749040" y="5568696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Generated, governed snapshot of every spec's status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OrchestrAI · Progress Report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OrchestrAI Progress Report</dc:title>
  <dc:subject>PptxGenJS Presentation</dc:subject>
  <dc:creator>OrchestrAI</dc:creator>
  <cp:lastModifiedBy>OrchestrAI</cp:lastModifiedBy>
  <cp:revision>1</cp:revision>
  <dcterms:created xsi:type="dcterms:W3CDTF">2026-09-02T17:56:56Z</dcterms:created>
  <dcterms:modified xsi:type="dcterms:W3CDTF">2026-09-02T17:56:56Z</dcterms:modified>
</cp:coreProperties>
</file>