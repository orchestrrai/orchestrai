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entry point of the whole run. No skill has been chosen yet from the Orchestrator's point of view beyond what detectSkill() or the caller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Orchestrator has already run detectSkill() (or accepted an explicit skill) — it sends that decision as an authoritative selectedSkill on the task envelope, plus a capabilities snapshot describing what skills are currently available from the live agent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Planning's LLM harness is completely opt-in — off by default everywhere else in the runtime. When enabled, LangGraph drives a tool-calling loop with exactly two read-only MCP tools bound: git_status and analyze_project. buildReadOnlyTools() throws if the graph is ever edited to bind anything write-capable — this is a structural constraint, not a prompt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model's first move: call git_status to see what it's working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 has its own OrchestraiMcpClient instance, the same shared class DevOps/Testing/Documentation already use — not a bespoke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normal Streamable HTTP MCP round trip: tool executes server-side, result comes back to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tool-calling loop continues: the model, now holding a real git status, decides to also call analyze_project before committing to a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model's final output must validate against the exact plan-line shape the Orchestrator's parsePlanText() already expects. An invalid response gets one bounded retry-with-feedback; exhausted retries or any other failure fails closed to zero plan steps — never a guessed or partial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genuinely the model producing a plan — not a template. In this run it's 4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fix for a real, live-discovered bug (spec 030): an LLM-authored git-status step whose own description mentioned an observed Dockerfile once got flipped to dockerize by a receiving agent's own text-based detector. Now every dispatch carries the already-decided skill, and the receiving agent executes exactly that — it never re-derives one from free text when selectedSkill is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DevOps recognizes this as a Tier 1 write-capable skill and stops short of calling the underlying write tool for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task's status becomes input-required. A random, server-issued actionId is bound to the exact, immutable parameters shown in this preview — it cannot be altered by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AG-UI's approval events are informational only — a client must never treat one as authorization. The real authorization is the POST /approve call in row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human is looking at the same actionId-bound preview from row 12 — including, as of spec 033, a prominent target line on the dashboard so the target project is never ambiguous.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load-bearing safety detail for the whole diagram: the Orchestrator's own client-facing endpoint (:3000) never accepts an actionId from this request — it only ever forwards the one it already stored from row 12. A client cannot supply its own actionId and get it accepted.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after a validated approval does the real write execute — through the same MCP write tool that was pending since row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result propagation back up the same A2A path the request came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SSE stream both the browser dashboard and the TUI consume — no separate notification path per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LIVE-DEMO REFERENCE · ORCHESTRAI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7E8EE"/>
                </a:solidFill>
                <a:latin typeface="Segoe UI"/>
              </a:rPr>
              <a:t>OrchestrAI — Current Full Workflow, Hop by 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296AB"/>
                </a:solidFill>
                <a:latin typeface="Segoe UI"/>
              </a:rPr>
              <a:t>One real run: "setup my project from scratch", LLM harness enabled — from first request to an approved write and the result streaming back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D7284"/>
                </a:solidFill>
                <a:latin typeface="Consolas"/>
              </a:rPr>
              <a:t>context/demo/current-workflow-sequence.html · specs 021, 026, 027, 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7E8EE"/>
                </a:solidFill>
                <a:latin typeface="Segoe UI"/>
              </a:rPr>
              <a:t>Color key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481328"/>
            <a:ext cx="1005840" cy="0"/>
          </a:xfrm>
          <a:prstGeom prst="line">
            <a:avLst/>
          </a:prstGeom>
          <a:ln w="3048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965960" y="132588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7E8EE"/>
                </a:solidFill>
                <a:latin typeface="Segoe UI"/>
              </a:rPr>
              <a:t>A2A-style · Orchestrator ↔ Agent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075688"/>
            <a:ext cx="1005840" cy="0"/>
          </a:xfrm>
          <a:prstGeom prst="line">
            <a:avLst/>
          </a:prstGeom>
          <a:ln w="30480">
            <a:solidFill>
              <a:srgbClr val="E0A7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65960" y="192024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7E8EE"/>
                </a:solidFill>
                <a:latin typeface="Segoe UI"/>
              </a:rPr>
              <a:t>MCP · Streamable HTTP tool call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670048"/>
            <a:ext cx="1005840" cy="0"/>
          </a:xfrm>
          <a:prstGeom prst="line">
            <a:avLst/>
          </a:prstGeom>
          <a:ln w="30480">
            <a:solidFill>
              <a:srgbClr val="E080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960" y="251460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7E8EE"/>
                </a:solidFill>
                <a:latin typeface="Segoe UI"/>
              </a:rPr>
              <a:t>LLM provider · opt-in, external network call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264408"/>
            <a:ext cx="1005840" cy="0"/>
          </a:xfrm>
          <a:prstGeom prst="line">
            <a:avLst/>
          </a:prstGeom>
          <a:ln w="30480">
            <a:solidFill>
              <a:srgbClr val="7BA7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65960" y="310896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7E8EE"/>
                </a:solidFill>
                <a:latin typeface="Segoe UI"/>
              </a:rPr>
              <a:t>AG-UI · SSE event to the browser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858768"/>
            <a:ext cx="1005840" cy="0"/>
          </a:xfrm>
          <a:prstGeom prst="line">
            <a:avLst/>
          </a:prstGeom>
          <a:ln w="30480">
            <a:solidFill>
              <a:srgbClr val="F083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65960" y="3703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7E8EE"/>
                </a:solidFill>
                <a:latin typeface="Segoe UI"/>
              </a:rPr>
              <a:t>The approval gate — no write executes inside this band without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296AB"/>
                </a:solidFill>
                <a:latin typeface="Segoe UI"/>
              </a:rPr>
              <a:t>Six participants: Browser, Orchestrator, Planning Agent, LLM Provider, MCP Server, DevOps Agent.
Rows 3–8 (the LLM Provider lane) only happen with ORCHESTRAI_LLM_HARNESS=1 set — with it unset, Planning
goes straight from row 2 to a deterministic keyword plan with identical downstream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1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FC8D8"/>
                </a:solidFill>
                <a:latin typeface="Segoe UI"/>
              </a:rPr>
              <a:t>POST /tasks — "setup my project from scratch"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3048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2880" y="1655063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FC8D8"/>
                </a:solidFill>
                <a:latin typeface="Segoe UI"/>
              </a:rPr>
              <a:t>POST /tasks — "setup my project from scratch"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Browser submits the task through the Orchestrator's public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2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FC8D8"/>
                </a:solidFill>
                <a:latin typeface="Segoe UI"/>
              </a:rPr>
              <a:t>POST / — selectedSkill: plan-task + capabilities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3048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1600" y="190652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FC8D8"/>
                </a:solidFill>
                <a:latin typeface="Segoe UI"/>
              </a:rPr>
              <a:t>POST / — selectedSkill: plan-task + capabilities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Orchestrator forwards it to Planning — already tagged with the skill it decided (plan-task) plus a live capability snapshot.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3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8098"/>
                </a:solidFill>
                <a:latin typeface="Segoe UI"/>
              </a:rPr>
              <a:t>decide (tools bound: git_status, analyze_project only)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30480">
            <a:solidFill>
              <a:srgbClr val="E080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83280" y="2157983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08098"/>
                </a:solidFill>
                <a:latin typeface="Segoe UI"/>
              </a:rPr>
              <a:t>decide (tools bound: git_status, analyze_project 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LLM harness (opt-in, ORCHESTRAI_LLM_HARNESS=1) decides to call a tool. Only two read-only tools are ever bound — enforced at graph-build time, not by a prompt.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4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8098"/>
                </a:solidFill>
                <a:latin typeface="Segoe UI"/>
              </a:rPr>
              <a:t>tool_call: git_status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30480">
            <a:solidFill>
              <a:srgbClr val="E080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83280" y="240944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08098"/>
                </a:solidFill>
                <a:latin typeface="Segoe UI"/>
              </a:rPr>
              <a:t>tool_call: git_status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It calls git_status.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5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A750"/>
                </a:solidFill>
                <a:latin typeface="Segoe UI"/>
              </a:rPr>
              <a:t>MCP tool call: git_status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30480">
            <a:solidFill>
              <a:srgbClr val="E0A7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89120" y="266090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0A750"/>
                </a:solidFill>
                <a:latin typeface="Segoe UI"/>
              </a:rPr>
              <a:t>MCP tool call: git_status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Planning's own MCP client — the same shared class DevOps/Testing/Documentation use — forwards the tool 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6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A750"/>
                </a:solidFill>
                <a:latin typeface="Segoe UI"/>
              </a:rPr>
              <a:t>MCP result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30480">
            <a:solidFill>
              <a:srgbClr val="E0A7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89120" y="2912363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0A750"/>
                </a:solidFill>
                <a:latin typeface="Segoe UI"/>
              </a:rPr>
              <a:t>MCP result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MCP Server executes the read-only tool and returns the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7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8098"/>
                </a:solidFill>
                <a:latin typeface="Segoe UI"/>
              </a:rPr>
              <a:t>result fed back → decide again (repeats: analyze_project)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30480">
            <a:solidFill>
              <a:srgbClr val="E080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83280" y="316382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08098"/>
                </a:solidFill>
                <a:latin typeface="Segoe UI"/>
              </a:rPr>
              <a:t>result fed back → decide again (repeats: analyze_project)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Result is fed back to the LLM, which decides again — this time calling analyze_project.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8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8098"/>
                </a:solidFill>
                <a:latin typeface="Segoe UI"/>
              </a:rPr>
              <a:t>final plan (schema-validated)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30480">
            <a:solidFill>
              <a:srgbClr val="E080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83280" y="341528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08098"/>
                </a:solidFill>
                <a:latin typeface="Segoe UI"/>
              </a:rPr>
              <a:t>final plan (schema-validated)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Model returns its final plan, schema-validated against the same "N. [skill-id] Description" shape the deterministic keyword planner already produces.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9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FC8D8"/>
                </a:solidFill>
                <a:latin typeface="Segoe UI"/>
              </a:rPr>
              <a:t>plan text — 4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926080" y="3886200"/>
            <a:ext cx="2011680" cy="0"/>
          </a:xfrm>
          <a:prstGeom prst="line">
            <a:avLst/>
          </a:prstGeom>
          <a:ln w="3048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71600" y="366674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FC8D8"/>
                </a:solidFill>
                <a:latin typeface="Segoe UI"/>
              </a:rPr>
              <a:t>plan text — 4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Planning hands the Orchestrator a real 4-step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10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FC8D8"/>
                </a:solidFill>
                <a:latin typeface="Segoe UI"/>
              </a:rPr>
              <a:t>dispatch step — selectedSkill authoritative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926080" y="38862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26080" y="4137660"/>
            <a:ext cx="8046720" cy="0"/>
          </a:xfrm>
          <a:prstGeom prst="line">
            <a:avLst/>
          </a:prstGeom>
          <a:ln w="3048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89120" y="391820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FC8D8"/>
                </a:solidFill>
                <a:latin typeface="Segoe UI"/>
              </a:rPr>
              <a:t>dispatch step — selectedSkill authoritative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Orchestrator dispatches the write step to DevOps with an authoritative selectedSkill — DevOps executes exactly that skill, never re-derives one from free text.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11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A750"/>
                </a:solidFill>
                <a:latin typeface="Segoe UI"/>
              </a:rPr>
              <a:t>MCP tool call — write, pending approval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926080" y="38862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26080" y="41376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961120" y="4389120"/>
            <a:ext cx="2011680" cy="0"/>
          </a:xfrm>
          <a:prstGeom prst="line">
            <a:avLst/>
          </a:prstGeom>
          <a:ln w="30480">
            <a:solidFill>
              <a:srgbClr val="E0A7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88175" y="4169663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0A750"/>
                </a:solidFill>
                <a:latin typeface="Segoe UI"/>
              </a:rPr>
              <a:t>MCP tool call — write, pending approval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DevOps' MCP tool call is a write — it stops short of executing.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137160" y="4494276"/>
            <a:ext cx="11914632" cy="292608"/>
          </a:xfrm>
          <a:prstGeom prst="roundRect">
            <a:avLst/>
          </a:prstGeom>
          <a:solidFill>
            <a:srgbClr val="2A1F1C"/>
          </a:solidFill>
          <a:ln w="17780">
            <a:solidFill>
              <a:srgbClr val="F083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12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FC8D8"/>
                </a:solidFill>
                <a:latin typeface="Segoe UI"/>
              </a:rPr>
              <a:t>input-required + actionId-bound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1256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0836A"/>
                </a:solidFill>
                <a:latin typeface="Consolas"/>
              </a:rPr>
              <a:t>approval gate — rows 12–15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26080" y="38862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26080" y="41376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1120" y="438912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926080" y="4640580"/>
            <a:ext cx="8046720" cy="0"/>
          </a:xfrm>
          <a:prstGeom prst="line">
            <a:avLst/>
          </a:prstGeom>
          <a:ln w="3048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89120" y="442112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FC8D8"/>
                </a:solidFill>
                <a:latin typeface="Segoe UI"/>
              </a:rPr>
              <a:t>input-required + actionId-bound preview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Task returns input-required with a server-issued, actionId-bound preview. Nothing has been written yet.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137160" y="4494276"/>
            <a:ext cx="11914632" cy="544067"/>
          </a:xfrm>
          <a:prstGeom prst="roundRect">
            <a:avLst/>
          </a:prstGeom>
          <a:solidFill>
            <a:srgbClr val="2A1F1C"/>
          </a:solidFill>
          <a:ln w="17780">
            <a:solidFill>
              <a:srgbClr val="F083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13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7BA7E8"/>
                </a:solidFill>
                <a:latin typeface="Segoe UI"/>
              </a:rPr>
              <a:t>SSE — CUSTOM orchestrai.approval-required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1256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0836A"/>
                </a:solidFill>
                <a:latin typeface="Consolas"/>
              </a:rPr>
              <a:t>approval gate — rows 12–15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26080" y="38862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26080" y="41376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1120" y="438912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926080" y="464058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14400" y="4892040"/>
            <a:ext cx="2011680" cy="0"/>
          </a:xfrm>
          <a:prstGeom prst="line">
            <a:avLst/>
          </a:prstGeom>
          <a:ln w="30480">
            <a:solidFill>
              <a:srgbClr val="7BA7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2880" y="4672583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7BA7E8"/>
                </a:solidFill>
                <a:latin typeface="Segoe UI"/>
              </a:rPr>
              <a:t>SSE — CUSTOM orchestrai.approval-required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Orchestrator emits an AG-UI CUSTOM event notifying the browser an approval is pending.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137160" y="4494276"/>
            <a:ext cx="11914632" cy="795528"/>
          </a:xfrm>
          <a:prstGeom prst="roundRect">
            <a:avLst/>
          </a:prstGeom>
          <a:solidFill>
            <a:srgbClr val="2A1F1C"/>
          </a:solidFill>
          <a:ln w="17780">
            <a:solidFill>
              <a:srgbClr val="F083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14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FC8D8"/>
                </a:solidFill>
                <a:latin typeface="Segoe UI"/>
              </a:rPr>
              <a:t>POST /tasks/:id/approve {actionId}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1256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0836A"/>
                </a:solidFill>
                <a:latin typeface="Consolas"/>
              </a:rPr>
              <a:t>approval gate — rows 12–15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26080" y="38862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26080" y="41376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1120" y="438912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926080" y="464058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14400" y="48920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" y="5143500"/>
            <a:ext cx="2011680" cy="0"/>
          </a:xfrm>
          <a:prstGeom prst="line">
            <a:avLst/>
          </a:prstGeom>
          <a:ln w="3048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82880" y="492404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FC8D8"/>
                </a:solidFill>
                <a:latin typeface="Segoe UI"/>
              </a:rPr>
              <a:t>POST /tasks/:id/approve {actionId}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A human reviews the preview and approves — the exact actionId, not one the client invents.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137160" y="4494276"/>
            <a:ext cx="11914632" cy="1046988"/>
          </a:xfrm>
          <a:prstGeom prst="roundRect">
            <a:avLst/>
          </a:prstGeom>
          <a:solidFill>
            <a:srgbClr val="2A1F1C"/>
          </a:solidFill>
          <a:ln w="17780">
            <a:solidFill>
              <a:srgbClr val="F083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15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FC8D8"/>
                </a:solidFill>
                <a:latin typeface="Segoe UI"/>
              </a:rPr>
              <a:t>POST /approve {actionId} — forwarded only, never client-supplied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1256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0836A"/>
                </a:solidFill>
                <a:latin typeface="Consolas"/>
              </a:rPr>
              <a:t>approval gate — rows 12–15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26080" y="38862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26080" y="41376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1120" y="438912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926080" y="464058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14400" y="48920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" y="51435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26080" y="5394960"/>
            <a:ext cx="8046720" cy="0"/>
          </a:xfrm>
          <a:prstGeom prst="line">
            <a:avLst/>
          </a:prstGeom>
          <a:ln w="3048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89120" y="517550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FC8D8"/>
                </a:solidFill>
                <a:latin typeface="Segoe UI"/>
              </a:rPr>
              <a:t>POST /approve {actionId} — forwarded only, never client-supplied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Orchestrator forwards only the actionId it already stored — it never accepts one freshly supplied by the client.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137160" y="4494276"/>
            <a:ext cx="11914632" cy="1046988"/>
          </a:xfrm>
          <a:prstGeom prst="roundRect">
            <a:avLst/>
          </a:prstGeom>
          <a:solidFill>
            <a:srgbClr val="2A1F1C"/>
          </a:solidFill>
          <a:ln w="11430">
            <a:solidFill>
              <a:srgbClr val="6D72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16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A750"/>
                </a:solidFill>
                <a:latin typeface="Segoe UI"/>
              </a:rPr>
              <a:t>MCP tool call — execute 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1256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7284"/>
                </a:solidFill>
                <a:latin typeface="Consolas"/>
              </a:rPr>
              <a:t>approval gate — rows 12–15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26080" y="38862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26080" y="41376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1120" y="438912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926080" y="464058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14400" y="48920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" y="51435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26080" y="53949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961120" y="5646420"/>
            <a:ext cx="2011680" cy="0"/>
          </a:xfrm>
          <a:prstGeom prst="line">
            <a:avLst/>
          </a:prstGeom>
          <a:ln w="30480">
            <a:solidFill>
              <a:srgbClr val="E0A7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88175" y="542696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0A750"/>
                </a:solidFill>
                <a:latin typeface="Segoe UI"/>
              </a:rPr>
              <a:t>MCP tool call — execute write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Now — and only now — DevOps executes the real write through MCP.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137160" y="4494276"/>
            <a:ext cx="11914632" cy="1046988"/>
          </a:xfrm>
          <a:prstGeom prst="roundRect">
            <a:avLst/>
          </a:prstGeom>
          <a:solidFill>
            <a:srgbClr val="2A1F1C"/>
          </a:solidFill>
          <a:ln w="11430">
            <a:solidFill>
              <a:srgbClr val="6D72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17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FC8D8"/>
                </a:solidFill>
                <a:latin typeface="Segoe UI"/>
              </a:rPr>
              <a:t>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1256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7284"/>
                </a:solidFill>
                <a:latin typeface="Consolas"/>
              </a:rPr>
              <a:t>approval gate — rows 12–15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26080" y="38862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26080" y="41376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1120" y="438912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926080" y="464058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14400" y="48920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" y="51435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26080" y="53949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961120" y="564642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926080" y="5897880"/>
            <a:ext cx="8046720" cy="0"/>
          </a:xfrm>
          <a:prstGeom prst="line">
            <a:avLst/>
          </a:prstGeom>
          <a:ln w="30480">
            <a:solidFill>
              <a:srgbClr val="5FC8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89120" y="567842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FC8D8"/>
                </a:solidFill>
                <a:latin typeface="Segoe UI"/>
              </a:rPr>
              <a:t>completed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DevOps reports completion back to the Orchestrator.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137160" y="4494276"/>
            <a:ext cx="11914632" cy="1046988"/>
          </a:xfrm>
          <a:prstGeom prst="roundRect">
            <a:avLst/>
          </a:prstGeom>
          <a:solidFill>
            <a:srgbClr val="2A1F1C"/>
          </a:solidFill>
          <a:ln w="11430">
            <a:solidFill>
              <a:srgbClr val="6D72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457200" y="1645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7284"/>
                </a:solidFill>
                <a:latin typeface="Consolas"/>
              </a:rPr>
              <a:t>Step 18 of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7BA7E8"/>
                </a:solidFill>
                <a:latin typeface="Segoe UI"/>
              </a:rPr>
              <a:t>SSE — RUN_FINISHED (→ browser &amp; TUI, same stream)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1256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7284"/>
                </a:solidFill>
                <a:latin typeface="Consolas"/>
              </a:rPr>
              <a:t>approval gate — rows 12–15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960120"/>
            <a:ext cx="1737360" cy="384048"/>
          </a:xfrm>
          <a:prstGeom prst="roundRect">
            <a:avLst/>
          </a:prstGeom>
          <a:solidFill>
            <a:srgbClr val="1A1D28"/>
          </a:solidFill>
          <a:ln w="20320">
            <a:solidFill>
              <a:srgbClr val="5FC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Planning 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59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LLM Provider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MCP Server</a:t>
            </a:r>
            <a:br/>
            <a:r>
              <a:rPr sz="1100" b="1">
                <a:solidFill>
                  <a:srgbClr val="E7E8EE"/>
                </a:solidFill>
                <a:latin typeface="Consolas"/>
              </a:rPr>
              <a:t>:3006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0" y="1417320"/>
            <a:ext cx="0" cy="4937760"/>
          </a:xfrm>
          <a:prstGeom prst="line">
            <a:avLst/>
          </a:prstGeom>
          <a:ln w="12700">
            <a:solidFill>
              <a:srgbClr val="2C30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04120" y="960120"/>
            <a:ext cx="1737360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00" b="1">
                <a:solidFill>
                  <a:srgbClr val="E7E8EE"/>
                </a:solidFill>
                <a:latin typeface="Consolas"/>
              </a:rPr>
              <a:t>DevOps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187451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26080" y="212597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377439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937760" y="26289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288036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7760" y="3131820"/>
            <a:ext cx="402336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937760" y="36347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26080" y="38862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26080" y="41376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1120" y="438912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926080" y="464058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14400" y="489204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" y="514350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26080" y="539496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961120" y="5646420"/>
            <a:ext cx="201168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926080" y="5897880"/>
            <a:ext cx="8046720" cy="0"/>
          </a:xfrm>
          <a:prstGeom prst="line">
            <a:avLst/>
          </a:prstGeom>
          <a:ln w="12700">
            <a:solidFill>
              <a:srgbClr val="3A3F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14400" y="6149340"/>
            <a:ext cx="2011680" cy="0"/>
          </a:xfrm>
          <a:prstGeom prst="line">
            <a:avLst/>
          </a:prstGeom>
          <a:ln w="30480">
            <a:solidFill>
              <a:srgbClr val="7BA7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82880" y="592988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7BA7E8"/>
                </a:solidFill>
                <a:latin typeface="Segoe UI"/>
              </a:rPr>
              <a:t>SSE — RUN_FINISHED (→ browser &amp; TUI, same stream)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419088"/>
            <a:ext cx="11274552" cy="384048"/>
          </a:xfrm>
          <a:prstGeom prst="roundRect">
            <a:avLst/>
          </a:prstGeom>
          <a:solidFill>
            <a:srgbClr val="1A1D28"/>
          </a:solidFill>
          <a:ln w="9525">
            <a:solidFill>
              <a:srgbClr val="2C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l"/>
            <a:r>
              <a:rPr sz="1250">
                <a:solidFill>
                  <a:srgbClr val="E7E8EE"/>
                </a:solidFill>
                <a:latin typeface="Segoe UI"/>
              </a:rPr>
              <a:t>Orchestrator emits RUN_FINISHED over the same SSE stream both the browser dashboard and the TUI consume.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7E8EE"/>
                </a:solidFill>
                <a:latin typeface="Segoe UI"/>
              </a:rPr>
              <a:t>What to take away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335024"/>
            <a:ext cx="128016" cy="128016"/>
          </a:xfrm>
          <a:prstGeom prst="ellipse">
            <a:avLst/>
          </a:prstGeom>
          <a:solidFill>
            <a:srgbClr val="5F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7E8EE"/>
                </a:solidFill>
                <a:latin typeface="Segoe UI"/>
              </a:rPr>
              <a:t>Authoritative skill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27631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296AB"/>
                </a:solidFill>
                <a:latin typeface="Segoe UI"/>
              </a:rPr>
              <a:t>The Orchestrator always sends the skill it already decided on — an agent never re-derives one from free text when selectedSkill is present. (spec 030 — fixed a real, live-discovered bug.)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478024"/>
            <a:ext cx="128016" cy="128016"/>
          </a:xfrm>
          <a:prstGeom prst="ellipse">
            <a:avLst/>
          </a:prstGeom>
          <a:solidFill>
            <a:srgbClr val="5F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7E8EE"/>
                </a:solidFill>
                <a:latin typeface="Segoe UI"/>
              </a:rPr>
              <a:t>The approval gate is the safety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706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296AB"/>
                </a:solidFill>
                <a:latin typeface="Segoe UI"/>
              </a:rPr>
              <a:t>Not skill restriction. A non-deterministic component (the LLM harness, or the semantic classifier) may name a write-capable skill — but nothing writes until a human approves the exact server-issued actionId.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621024"/>
            <a:ext cx="128016" cy="128016"/>
          </a:xfrm>
          <a:prstGeom prst="ellipse">
            <a:avLst/>
          </a:prstGeom>
          <a:solidFill>
            <a:srgbClr val="5F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7E8EE"/>
                </a:solidFill>
                <a:latin typeface="Segoe UI"/>
              </a:rPr>
              <a:t>The LLM harness is opt-in and narrowly scoped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136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296AB"/>
                </a:solidFill>
                <a:latin typeface="Segoe UI"/>
              </a:rPr>
              <a:t>Off by default everywhere in the runtime except Planning's plan-task, and even there it can only call two read-only MCP tools — enforced structurally, not by prompt.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764024"/>
            <a:ext cx="128016" cy="128016"/>
          </a:xfrm>
          <a:prstGeom prst="ellipse">
            <a:avLst/>
          </a:prstGeom>
          <a:solidFill>
            <a:srgbClr val="5F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7E8EE"/>
                </a:solidFill>
                <a:latin typeface="Segoe UI"/>
              </a:rPr>
              <a:t>AG-UI events are informational, never authorization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566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296AB"/>
                </a:solidFill>
                <a:latin typeface="Segoe UI"/>
              </a:rPr>
              <a:t>The approval CUSTOM events notify the browser/TUI. The only thing that actually authorizes a write is POST /tasks/:id/approve with the matching actionId.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